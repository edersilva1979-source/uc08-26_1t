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379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a aula contextualizando que nós já trabalhamos com campos, botões e mensagens. Explicar que agora a tela ganha componentes mais próximos dos sistemas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 aula combina teoria curta e prática no NetBeans.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o projeto tem aparência de cadastro real, mas sem persistência de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este slide como mapa mental da aula. Destacar que cada componente tem uma função clara.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JCheckBox é escolha independente.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a diferença entre componente visual e componente de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que o objetivo aqui é entender o componente gráfico, não discutir segurança completa de senhas.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máscara não é validação completa, mas ajuda muito na entrada de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vantagem do Spinner em relação a texto livre para números controlados.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a montagem é visual, mas os nomes das variáveis precisam ser organizados.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cada captura e explicar a diferença entre getText, getPassword, getValue e isSelected.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validação evita mensagens finais incompletas e melhora a usabilidade.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Simular o clique no botão Cadastrar e mostrar a mensagem esperada.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limpar não é só apagar texto, também envolve seleção e foco.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Orientar a turma a montar primeiro a interface e depois programar Cadastrar e Limpar.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este slide como checklist antes da entrega do exercício.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os critérios da atividade individual e lembrar que senha não deve aparecer na mensagem.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reforçando que o aluno deve dominar a interface antes de conectar com banco de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58200" y="64465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Java Swing com NetBeans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</a:rPr>
              <a:t>☕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1938528"/>
            <a:ext cx="75438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Componentes de Entrada e Seleção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3108960"/>
            <a:ext cx="80467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</a:rPr>
              <a:t>JCheckBox, JRadioButton, ButtonGroup, JPasswordField, JFormattedTextField e JSpinner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4069080"/>
            <a:ext cx="3749040" cy="384048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Projeto prático: FrmCadastroAluno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4800600"/>
            <a:ext cx="8412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</a:rPr>
              <a:t>👨‍🏫 Nós vamos construir uma tela completa no NetBeans, ainda sem banco de dados.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54864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Formulário visual  •  eventos  •  validações  •  mensagens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098280" y="16916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FFFFFF"/>
                </a:solidFill>
              </a:rPr>
              <a:t>□  ○  🔐</a:t>
            </a:r>
            <a:endParaRPr lang="en-US" sz="4600" dirty="0"/>
          </a:p>
          <a:p>
            <a:pPr marL="0" indent="0" algn="ctr">
              <a:buNone/>
            </a:pPr>
            <a:r>
              <a:rPr lang="en-US" sz="4600" dirty="0">
                <a:solidFill>
                  <a:srgbClr val="FFFFFF"/>
                </a:solidFill>
              </a:rPr>
              <a:t>☎  🔢</a:t>
            </a:r>
            <a:endParaRPr lang="en-US" sz="4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</a:rPr>
              <a:t>ROTEIRO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132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Objetivos da aula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458200" y="64465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Java Swing com NetBeans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5778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Nós vamos sair do formulário simples e entrar em componentes mais completos.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571500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Criar opções independentes com JCheckBox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Criar escolhas únicas com JRadioButton e ButtonGroup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Usar senha, máscara e seleção numérica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Capturar valores e validar entradas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Apresentar o resultado com JOptionPane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43800" y="1691640"/>
            <a:ext cx="10972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4600" dirty="0">
                <a:solidFill>
                  <a:srgbClr val="E5E7EB"/>
                </a:solidFill>
              </a:rPr>
              <a:t>🎯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452360" y="2788920"/>
            <a:ext cx="3429000" cy="420624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Fluxo da aula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52360" y="3264408"/>
            <a:ext cx="3429000" cy="15819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1. Conhecer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2. Montar no NetBeans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3. Programar eventos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4. Validar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5. Exercitar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</a:rPr>
              <a:t>CONSTRUÇÃO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132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Projeto prático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458200" y="64465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Java Swing com NetBeans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5778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Nós vamos criar o projeto AulaComponentesSwing e a tela FrmCadastroAluno.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571500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Nome, senha, telefone e idade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Turno com escolha única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Cursos de interesse com múltipla escolha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Botões Cadastrar e Limpar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Sem banco de dados nesta etapa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086600" y="1600200"/>
            <a:ext cx="3931920" cy="420624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FrmCadastroAluno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86600" y="2075688"/>
            <a:ext cx="3931920" cy="377647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Nome        [____________]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Senha      [************]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Telefone   [(51) 99999 9999]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Idade      [18 ▲▼]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Turno      ○ Manhã  ○ Tarde  ○ Noite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Interesse  □ Java  □ Banco  □ Web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[ Cadastrar ]        [ Limpar ]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</a:rPr>
              <a:t>VISÃO GERAL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132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Mapa dos componentes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458200" y="64465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Java Swing com NetBeans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</a:rPr>
              <a:t>Cada componente resolve um tipo específico de entrada do usuário.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800600" cy="530352"/>
          </a:xfrm>
          <a:prstGeom prst="rect">
            <a:avLst/>
          </a:prstGeom>
          <a:solidFill>
            <a:srgbClr val="1E293B">
              <a:alpha val="90000"/>
            </a:srgbClr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E5E7EB"/>
                </a:solidFill>
              </a:rPr>
              <a:t>□  JCheckBox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E5E7EB"/>
                </a:solidFill>
              </a:rPr>
              <a:t>várias escolhas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990088"/>
            <a:ext cx="4800600" cy="530352"/>
          </a:xfrm>
          <a:prstGeom prst="rect">
            <a:avLst/>
          </a:prstGeom>
          <a:solidFill>
            <a:srgbClr val="1E293B">
              <a:alpha val="90000"/>
            </a:srgbClr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E5E7EB"/>
                </a:solidFill>
              </a:rPr>
              <a:t>○  JRadioButton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E5E7EB"/>
                </a:solidFill>
              </a:rPr>
              <a:t>uma escolha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648456"/>
            <a:ext cx="4800600" cy="530352"/>
          </a:xfrm>
          <a:prstGeom prst="rect">
            <a:avLst/>
          </a:prstGeom>
          <a:solidFill>
            <a:srgbClr val="1E293B">
              <a:alpha val="90000"/>
            </a:srgbClr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E5E7EB"/>
                </a:solidFill>
              </a:rPr>
              <a:t>⛓  ButtonGroup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E5E7EB"/>
                </a:solidFill>
              </a:rPr>
              <a:t>controle do grupo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960" y="4306824"/>
            <a:ext cx="4800600" cy="530352"/>
          </a:xfrm>
          <a:prstGeom prst="rect">
            <a:avLst/>
          </a:prstGeom>
          <a:solidFill>
            <a:srgbClr val="1E293B">
              <a:alpha val="90000"/>
            </a:srgbClr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E5E7EB"/>
                </a:solidFill>
              </a:rPr>
              <a:t>🔐  JPasswordField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E5E7EB"/>
                </a:solidFill>
              </a:rPr>
              <a:t>senha ocultada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2960" y="4965192"/>
            <a:ext cx="4800600" cy="530352"/>
          </a:xfrm>
          <a:prstGeom prst="rect">
            <a:avLst/>
          </a:prstGeom>
          <a:solidFill>
            <a:srgbClr val="1E293B">
              <a:alpha val="90000"/>
            </a:srgbClr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E5E7EB"/>
                </a:solidFill>
              </a:rPr>
              <a:t>☎  JFormattedTextField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E5E7EB"/>
                </a:solidFill>
              </a:rPr>
              <a:t>texto com máscara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5623560"/>
            <a:ext cx="4800600" cy="530352"/>
          </a:xfrm>
          <a:prstGeom prst="rect">
            <a:avLst/>
          </a:prstGeom>
          <a:solidFill>
            <a:srgbClr val="1E293B">
              <a:alpha val="90000"/>
            </a:srgbClr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E5E7EB"/>
                </a:solidFill>
              </a:rPr>
              <a:t>🔢  JSpinner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E5E7EB"/>
                </a:solidFill>
              </a:rPr>
              <a:t>valor por sequência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766560" y="1874520"/>
            <a:ext cx="42062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Boa interface nasce da escolha correta do componente.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040880" y="3337560"/>
            <a:ext cx="36576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2D3EE"/>
                </a:solidFill>
              </a:rPr>
              <a:t>Não é decorar nomes. É entender quando usar cada ferramenta.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</a:rPr>
              <a:t>COMPONENTE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132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JCheckBox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458200" y="64465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Java Swing com NetBeans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5778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Nós usamos JCheckBox quando o usuário pode marcar várias opções ao mesmo tempo.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571500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Cada opção é independente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O aluno pode escolher uma, várias ou nenhuma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O método isSelected identifica se está marcado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Exemplo da aula: cursos de interesse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78040" y="1828800"/>
            <a:ext cx="3749040" cy="224028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111827"/>
                </a:solidFill>
              </a:rPr>
              <a:t>Cursos de interesse</a:t>
            </a:r>
            <a:endParaRPr lang="en-US" sz="2200" dirty="0"/>
          </a:p>
          <a:p>
            <a:pPr marL="0" indent="0" algn="l">
              <a:buNone/>
            </a:pP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111827"/>
                </a:solidFill>
              </a:rPr>
              <a:t>☑ Java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111827"/>
                </a:solidFill>
              </a:rPr>
              <a:t>☑ Banco de Dados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111827"/>
                </a:solidFill>
              </a:rPr>
              <a:t>□ Desenvolvimento Web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78040" y="4480560"/>
            <a:ext cx="3749040" cy="1143000"/>
          </a:xfrm>
          <a:prstGeom prst="rect">
            <a:avLst/>
          </a:prstGeom>
          <a:solidFill>
            <a:srgbClr val="111827">
              <a:alpha val="94000"/>
            </a:srgbClr>
          </a:solidFill>
          <a:ln>
            <a:solidFill>
              <a:srgbClr val="334155">
                <a:alpha val="8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(chkJava.isSelected())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cursos += "Java\n";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</a:rPr>
              <a:t>COMPONENTE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132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JRadioButton e ButtonGroup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458200" y="64465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Java Swing com NetBeans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5778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Nós usamos JRadioButton para escolha única, mas o ButtonGroup é quem garante essa regra.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571500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JRadioButton representa a opção visual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ButtonGroup não aparece na tela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Sem grupo, vários radio buttons podem ficar marcados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Exemplo da aula: turno do aluno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52360" y="1783080"/>
            <a:ext cx="3246120" cy="192024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11827"/>
                </a:solidFill>
              </a:rPr>
              <a:t>Turno</a:t>
            </a:r>
            <a:endParaRPr lang="en-US" sz="2400" dirty="0"/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111827"/>
                </a:solidFill>
              </a:rPr>
              <a:t>◉ Manhã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111827"/>
                </a:solidFill>
              </a:rPr>
              <a:t>○ Tarde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111827"/>
                </a:solidFill>
              </a:rPr>
              <a:t>○ Noite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12280" y="4160520"/>
            <a:ext cx="4251960" cy="1463040"/>
          </a:xfrm>
          <a:prstGeom prst="rect">
            <a:avLst/>
          </a:prstGeom>
          <a:solidFill>
            <a:srgbClr val="111827">
              <a:alpha val="94000"/>
            </a:srgbClr>
          </a:solidFill>
          <a:ln>
            <a:solidFill>
              <a:srgbClr val="334155">
                <a:alpha val="8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turno = "";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(rbManha.isSelected()) {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turno = "Manhã";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</a:rPr>
              <a:t>COMPONENTE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132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JPasswordField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458200" y="64465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Java Swing com NetBeans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5778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Nós usamos JPasswordField quando o conteúdo digitado não deve aparecer diretamente na tela.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571500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Ideal para campos de senha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O texto fica visualmente oculto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A captura correta usa getPassword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Na mensagem final, nós não exibimos a senha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60920" y="1874520"/>
            <a:ext cx="3429000" cy="123444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600" dirty="0">
                <a:solidFill>
                  <a:srgbClr val="111827"/>
                </a:solidFill>
              </a:rPr>
              <a:t>Senha</a:t>
            </a:r>
            <a:endParaRPr lang="en-US" sz="2600" dirty="0"/>
          </a:p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dirty="0">
                <a:solidFill>
                  <a:srgbClr val="111827"/>
                </a:solidFill>
              </a:rPr>
              <a:t>[  • • • • • •  ]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995160" y="3886200"/>
            <a:ext cx="3886200" cy="1234440"/>
          </a:xfrm>
          <a:prstGeom prst="rect">
            <a:avLst/>
          </a:prstGeom>
          <a:solidFill>
            <a:srgbClr val="111827">
              <a:alpha val="94000"/>
            </a:srgbClr>
          </a:solidFill>
          <a:ln>
            <a:solidFill>
              <a:srgbClr val="334155">
                <a:alpha val="8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senha = new String(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txtSenha.getPassword()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0" y="5394960"/>
            <a:ext cx="12801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3800" dirty="0">
                <a:solidFill>
                  <a:srgbClr val="E5E7EB"/>
                </a:solidFill>
              </a:rPr>
              <a:t>🔐</a:t>
            </a:r>
            <a:endParaRPr lang="en-US" sz="3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</a:rPr>
              <a:t>COMPONENTE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132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JFormattedTextField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458200" y="64465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Java Swing com NetBeans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5778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Nós usamos JFormattedTextField quando o campo precisa seguir um formato definido.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571500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Muito útil para telefone, data, CEP e código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A máscara orienta a digitação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O valor pode ser capturado com getText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No NetBeans, configuramos formatterFactory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086600" y="1600200"/>
            <a:ext cx="3840480" cy="210312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111827"/>
                </a:solidFill>
              </a:rPr>
              <a:t>Telefone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11827"/>
                </a:solidFill>
              </a:rPr>
              <a:t>(##) ##### ####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11827"/>
                </a:solidFill>
              </a:rPr>
              <a:t>(51) 99999 9999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269480" y="4434840"/>
            <a:ext cx="3474720" cy="960120"/>
          </a:xfrm>
          <a:prstGeom prst="rect">
            <a:avLst/>
          </a:prstGeom>
          <a:solidFill>
            <a:srgbClr val="111827">
              <a:alpha val="94000"/>
            </a:srgbClr>
          </a:solidFill>
          <a:ln>
            <a:solidFill>
              <a:srgbClr val="334155">
                <a:alpha val="8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telefone =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txtTelefone.getText();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</a:rPr>
              <a:t>COMPONENTE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132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JSpinner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458200" y="64465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Java Swing com NetBeans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5778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Nós usamos JSpinner para escolher valores em uma sequência controlada.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571500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Funciona bem para idade, quantidade e parcelas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Podemos definir valor inicial, mínimo, máximo e incremento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Na aula, vamos usar idade do aluno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O valor pode ser convertido para inteiro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60920" y="1783080"/>
            <a:ext cx="3383280" cy="141732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111827"/>
                </a:solidFill>
              </a:rPr>
              <a:t>Idade</a:t>
            </a: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111827"/>
                </a:solidFill>
              </a:rPr>
              <a:t>[ 18  ▲▼ ]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629400" y="3703320"/>
            <a:ext cx="4572000" cy="1828800"/>
          </a:xfrm>
          <a:prstGeom prst="rect">
            <a:avLst/>
          </a:prstGeom>
          <a:solidFill>
            <a:srgbClr val="111827">
              <a:alpha val="94000"/>
            </a:srgbClr>
          </a:solidFill>
          <a:ln>
            <a:solidFill>
              <a:srgbClr val="334155">
                <a:alpha val="8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spnIdade.setModel(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SpinnerNumberModel(18, 10, 100, 1)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idade = (int) spnIdade.getValue();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</a:rPr>
              <a:t>PRÁTICA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132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Montagem da tela no NetBeans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458200" y="64465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Java Swing com NetBeans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57150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</a:rPr>
              <a:t>Nós vamos montar a interface pela aba Design e depois programar os eventos.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4800600" cy="420624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Paleta de componentes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898648"/>
            <a:ext cx="4800600" cy="249631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Swing Controls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Label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Text Field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Password Field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Formatted Field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Spinner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Check Box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Radio Button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Button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29400" y="1417320"/>
            <a:ext cx="4389120" cy="420624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FrmCadastroAluno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29400" y="1892808"/>
            <a:ext cx="4389120" cy="36850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Dados básicos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Nome, senha, telefone e idade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Turno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Manhã, Tarde, Noite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Cursos de interesse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Java, Banco, Web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Cadastrar      Limpar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</a:rPr>
              <a:t>CÓDIGO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132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Capturando valores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458200" y="64465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Java Swing com NetBeans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64008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</a:rPr>
              <a:t>Depois de desenhar a tela, nós precisamos buscar o que o usuário informou.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5349240" cy="1965960"/>
          </a:xfrm>
          <a:prstGeom prst="rect">
            <a:avLst/>
          </a:prstGeom>
          <a:solidFill>
            <a:srgbClr val="111827">
              <a:alpha val="94000"/>
            </a:srgbClr>
          </a:solidFill>
          <a:ln>
            <a:solidFill>
              <a:srgbClr val="334155">
                <a:alpha val="8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nome = txtNome.getText();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senha = new String(txtSenha.getPassword());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telefone = txtTelefone.getText();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idade = (int) spnIdade.getValue();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29400" y="2331720"/>
            <a:ext cx="4480560" cy="1965960"/>
          </a:xfrm>
          <a:prstGeom prst="rect">
            <a:avLst/>
          </a:prstGeom>
          <a:solidFill>
            <a:srgbClr val="111827">
              <a:alpha val="94000"/>
            </a:srgbClr>
          </a:solidFill>
          <a:ln>
            <a:solidFill>
              <a:srgbClr val="334155">
                <a:alpha val="8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cursos = "";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(chkJava.isSelected())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cursos += "Java\n";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11680" y="4983480"/>
            <a:ext cx="80467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A lógica do cadastro começa quando nós transformamos os componentes em dados.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</a:rPr>
              <a:t>QUALIDADE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132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Validações essenciais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458200" y="64465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Java Swing com NetBeans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5778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Nós vamos impedir que o formulário aceite dados incompletos.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571500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Nome não pode ficar vazio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Senha precisa ter tamanho mínimo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Turno precisa ser selecionado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Pelo menos um curso deve ser marcado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requestFocus ajuda o usuário a corrigir o campo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92240" y="1783080"/>
            <a:ext cx="4572000" cy="3429000"/>
          </a:xfrm>
          <a:prstGeom prst="rect">
            <a:avLst/>
          </a:prstGeom>
          <a:solidFill>
            <a:srgbClr val="111827">
              <a:alpha val="94000"/>
            </a:srgbClr>
          </a:solidFill>
          <a:ln>
            <a:solidFill>
              <a:srgbClr val="334155">
                <a:alpha val="8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(txtNome.getText().trim().isEmpty())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JOptionPane.showMessageDialog(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"Informe o nome do aluno"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txtNome.requestFocus();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</a:rPr>
              <a:t>EVENTO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132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Botão Cadastrar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458200" y="64465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Java Swing com NetBeans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5778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Nós vamos reunir todos os componentes em uma única ação.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571500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Validar os principais campos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Capturar os valores preenchidos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Identificar turno e cursos marcados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Montar uma mensagem organizada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Não exibir a senha no resultado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66560" y="1691640"/>
            <a:ext cx="4297680" cy="347472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</a:rPr>
              <a:t>DADOS DO ALUNO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</a:rPr>
              <a:t>Nome: Ana Silva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</a:rPr>
              <a:t>Telefone: (51) 99999 9999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</a:rPr>
              <a:t>Idade: 18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</a:rPr>
              <a:t>Turno: Noite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</a:rPr>
              <a:t>Cursos de Interesse: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</a:rPr>
              <a:t>Java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</a:rPr>
              <a:t>Banco de Dados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43800" y="5532120"/>
            <a:ext cx="265176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JOptionPane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</a:rPr>
              <a:t>EVENTO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132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Botão Limpar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458200" y="64465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Java Swing com NetBeans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5778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Nós vamos devolver o formulário ao estado inicial.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571500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Campos de texto ficam vazios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Spinner volta para a idade inicial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Radio buttons são limpos pelo ButtonGroup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Check boxes ficam desmarcados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O foco retorna para o campo Nome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29400" y="1737360"/>
            <a:ext cx="4434840" cy="3474720"/>
          </a:xfrm>
          <a:prstGeom prst="rect">
            <a:avLst/>
          </a:prstGeom>
          <a:solidFill>
            <a:srgbClr val="111827">
              <a:alpha val="94000"/>
            </a:srgbClr>
          </a:solidFill>
          <a:ln>
            <a:solidFill>
              <a:srgbClr val="334155">
                <a:alpha val="8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txtNome.setText("");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txtSenha.setText("");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txtTelefone.setText("");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spnIdade.setValue(18);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grupoTurno.clearSelection();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chkJava.setSelected(false);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txtNome.requestFocus();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</a:rPr>
              <a:t>EXERCÍCIO EM SALA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132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Atividade prática guiada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458200" y="64465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Java Swing com NetBeans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67665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Agora nós vamos criar uma segunda versão: cadastro de funcionário.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34340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Campos obrigatórios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Nome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Senha de acesso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Data de nascimento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Quantidade de dependentes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Setor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Benefícios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37960" y="2331720"/>
            <a:ext cx="45262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Regras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Nome obrigatório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Senha com 6 caracteres ou mais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Setor obrigatório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Dependentes entre 0 e 10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Senha não aparece na mensagem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5669280"/>
            <a:ext cx="1463040" cy="384048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JTextField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5669280"/>
            <a:ext cx="187452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JPasswordField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5669280"/>
            <a:ext cx="1371600" cy="384048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JSpinner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5669280"/>
            <a:ext cx="1783080" cy="384048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JRadioButton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75320" y="5669280"/>
            <a:ext cx="150876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JCheckBox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</a:rPr>
              <a:t>ATENÇÃO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132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Erros comuns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458200" y="64465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Java Swing com NetBeans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5778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Nós vamos observar alguns problemas que aparecem muito no início.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571500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Radio buttons sem ButtonGroup permitem várias seleções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Spinner retorna Object e precisa de conversão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getPassword retorna vetor de caracteres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Máscara do Formatted Field precisa estar configurada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5E7EB"/>
                </a:solidFill>
              </a:rPr>
              <a:t>• CheckBox deve ser lido com isSelected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01000" y="1645920"/>
            <a:ext cx="20116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E5E7EB"/>
                </a:solidFill>
              </a:rPr>
              <a:t>⚠️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6629400" y="3749040"/>
            <a:ext cx="4480560" cy="1508760"/>
          </a:xfrm>
          <a:prstGeom prst="rect">
            <a:avLst/>
          </a:prstGeom>
          <a:solidFill>
            <a:srgbClr val="111827">
              <a:alpha val="94000"/>
            </a:srgbClr>
          </a:solidFill>
          <a:ln>
            <a:solidFill>
              <a:srgbClr val="334155">
                <a:alpha val="8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idade = (int) spnIdade.getValue();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senha = new String(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txtSenha.getPassword()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</a:rPr>
              <a:t>ENTREGA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132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Exercício individual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458200" y="64465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Java Swing com NetBeans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58521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Agora cada aluno deverá criar o projeto ExercicioComponentesSwing.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572000" cy="420624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FrmCadastroUsuario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4572000" cy="258775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Nome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Senha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Telefone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Idade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Perfil de acesso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Recursos permitidos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331720"/>
            <a:ext cx="4389120" cy="32004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11827"/>
                </a:solidFill>
              </a:rPr>
              <a:t>Perfil de acesso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11827"/>
                </a:solidFill>
              </a:rPr>
              <a:t>○ Administrador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11827"/>
                </a:solidFill>
              </a:rPr>
              <a:t>○ Professor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11827"/>
                </a:solidFill>
              </a:rPr>
              <a:t>○ Aluno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11827"/>
                </a:solidFill>
              </a:rPr>
              <a:t>Recursos permitidos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11827"/>
                </a:solidFill>
              </a:rPr>
              <a:t>□ Cadastro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11827"/>
                </a:solidFill>
              </a:rPr>
              <a:t>□ Consulta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11827"/>
                </a:solidFill>
              </a:rPr>
              <a:t>□ Relatórios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5806440"/>
            <a:ext cx="89611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</a:rPr>
              <a:t>Cadastrar valida e apresenta os dados. Limpar retorna tudo ao estado inicial.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</a:rPr>
              <a:t>CONCLUSÃO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132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Fechamento da aula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458200" y="64465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Java Swing com NetBeans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51560" y="1417320"/>
            <a:ext cx="99669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Quando nós escolhemos o componente certo, a interface fica mais simples para o usuário e mais organizada para o programador.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965960" y="3063240"/>
            <a:ext cx="8229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2D3EE"/>
                </a:solidFill>
              </a:rPr>
              <a:t>Nós aprendemos a usar componentes de escolha, senha, máscara, valor numérico, validações e mensagens.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828800" y="4709160"/>
            <a:ext cx="85039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E5E7EB"/>
                </a:solidFill>
              </a:rPr>
              <a:t>Próximo passo: combinar esses componentes com telas mais ricas antes de avançar para banco de dados.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749040" y="5577840"/>
            <a:ext cx="47548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☕ + 💻 + prática = evolução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1651</Words>
  <Application>Microsoft Office PowerPoint</Application>
  <PresentationFormat>Widescreen</PresentationFormat>
  <Paragraphs>338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Material didático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 Java Swing</dc:title>
  <dc:subject>Aula Java Swing com componentes de entrada e seleção</dc:subject>
  <dc:creator>ChatGPT</dc:creator>
  <cp:lastModifiedBy>Eder Da Silva</cp:lastModifiedBy>
  <cp:revision>2</cp:revision>
  <dcterms:created xsi:type="dcterms:W3CDTF">2026-08-27T14:48:53Z</dcterms:created>
  <dcterms:modified xsi:type="dcterms:W3CDTF">2026-08-27T14:54:32Z</dcterms:modified>
</cp:coreProperties>
</file>